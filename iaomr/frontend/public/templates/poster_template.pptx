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398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aa .dr" userId="eb928b6723e3372b" providerId="LiveId" clId="{16FF3403-309C-423C-BA49-E8FCD2CAB926}"/>
    <pc:docChg chg="custSel delSld modSld">
      <pc:chgData name="shaaa .dr" userId="eb928b6723e3372b" providerId="LiveId" clId="{16FF3403-309C-423C-BA49-E8FCD2CAB926}" dt="2026-06-12T10:21:16.551" v="434" actId="20577"/>
      <pc:docMkLst>
        <pc:docMk/>
      </pc:docMkLst>
      <pc:sldChg chg="addSp delSp modSp mod setBg">
        <pc:chgData name="shaaa .dr" userId="eb928b6723e3372b" providerId="LiveId" clId="{16FF3403-309C-423C-BA49-E8FCD2CAB926}" dt="2026-06-12T10:21:16.551" v="434" actId="20577"/>
        <pc:sldMkLst>
          <pc:docMk/>
          <pc:sldMk cId="587557750" sldId="257"/>
        </pc:sldMkLst>
        <pc:spChg chg="mod">
          <ac:chgData name="shaaa .dr" userId="eb928b6723e3372b" providerId="LiveId" clId="{16FF3403-309C-423C-BA49-E8FCD2CAB926}" dt="2026-06-06T06:19:14.215" v="252"/>
          <ac:spMkLst>
            <pc:docMk/>
            <pc:sldMk cId="587557750" sldId="257"/>
            <ac:spMk id="5" creationId="{E2BD16C5-13D3-B0A2-F508-56B134B3AF1A}"/>
          </ac:spMkLst>
        </pc:spChg>
        <pc:spChg chg="add mod">
          <ac:chgData name="shaaa .dr" userId="eb928b6723e3372b" providerId="LiveId" clId="{16FF3403-309C-423C-BA49-E8FCD2CAB926}" dt="2026-06-12T10:21:16.551" v="434" actId="20577"/>
          <ac:spMkLst>
            <pc:docMk/>
            <pc:sldMk cId="587557750" sldId="257"/>
            <ac:spMk id="7" creationId="{15805B58-30D0-A4AD-B48A-79EA75AD0FA5}"/>
          </ac:spMkLst>
        </pc:spChg>
        <pc:spChg chg="add mod">
          <ac:chgData name="shaaa .dr" userId="eb928b6723e3372b" providerId="LiveId" clId="{16FF3403-309C-423C-BA49-E8FCD2CAB926}" dt="2026-06-06T06:39:35.458" v="420" actId="1076"/>
          <ac:spMkLst>
            <pc:docMk/>
            <pc:sldMk cId="587557750" sldId="257"/>
            <ac:spMk id="9" creationId="{C2FB1BB0-75D0-0396-F905-54FD28D9E61B}"/>
          </ac:spMkLst>
        </pc:spChg>
        <pc:spChg chg="add mod">
          <ac:chgData name="shaaa .dr" userId="eb928b6723e3372b" providerId="LiveId" clId="{16FF3403-309C-423C-BA49-E8FCD2CAB926}" dt="2026-06-06T06:39:31.489" v="419" actId="1076"/>
          <ac:spMkLst>
            <pc:docMk/>
            <pc:sldMk cId="587557750" sldId="257"/>
            <ac:spMk id="11" creationId="{B2C6ABFF-E57D-5264-0C2F-D80019D43108}"/>
          </ac:spMkLst>
        </pc:spChg>
        <pc:spChg chg="mod">
          <ac:chgData name="shaaa .dr" userId="eb928b6723e3372b" providerId="LiveId" clId="{16FF3403-309C-423C-BA49-E8FCD2CAB926}" dt="2026-06-06T06:39:26.509" v="418" actId="1076"/>
          <ac:spMkLst>
            <pc:docMk/>
            <pc:sldMk cId="587557750" sldId="257"/>
            <ac:spMk id="15" creationId="{0305653C-BFD5-0ADF-94F8-977B7086F565}"/>
          </ac:spMkLst>
        </pc:spChg>
        <pc:spChg chg="mod">
          <ac:chgData name="shaaa .dr" userId="eb928b6723e3372b" providerId="LiveId" clId="{16FF3403-309C-423C-BA49-E8FCD2CAB926}" dt="2026-06-10T05:28:35.071" v="424" actId="207"/>
          <ac:spMkLst>
            <pc:docMk/>
            <pc:sldMk cId="587557750" sldId="257"/>
            <ac:spMk id="19" creationId="{DE149262-8C22-6918-3908-77BC24EE8BF0}"/>
          </ac:spMkLst>
        </pc:spChg>
        <pc:grpChg chg="add mod">
          <ac:chgData name="shaaa .dr" userId="eb928b6723e3372b" providerId="LiveId" clId="{16FF3403-309C-423C-BA49-E8FCD2CAB926}" dt="2026-06-06T06:19:31.925" v="256" actId="1076"/>
          <ac:grpSpMkLst>
            <pc:docMk/>
            <pc:sldMk cId="587557750" sldId="257"/>
            <ac:grpSpMk id="4" creationId="{0A289FC2-5A4E-2746-65C0-42FF6821FC46}"/>
          </ac:grpSpMkLst>
        </pc:grpChg>
        <pc:picChg chg="add mod">
          <ac:chgData name="shaaa .dr" userId="eb928b6723e3372b" providerId="LiveId" clId="{16FF3403-309C-423C-BA49-E8FCD2CAB926}" dt="2026-06-05T06:02:31.165" v="148" actId="1076"/>
          <ac:picMkLst>
            <pc:docMk/>
            <pc:sldMk cId="587557750" sldId="257"/>
            <ac:picMk id="2" creationId="{809E7549-2669-AC0C-3A15-99B103875BED}"/>
          </ac:picMkLst>
        </pc:picChg>
        <pc:picChg chg="mod">
          <ac:chgData name="shaaa .dr" userId="eb928b6723e3372b" providerId="LiveId" clId="{16FF3403-309C-423C-BA49-E8FCD2CAB926}" dt="2026-06-05T05:59:58.276" v="82" actId="14100"/>
          <ac:picMkLst>
            <pc:docMk/>
            <pc:sldMk cId="587557750" sldId="257"/>
            <ac:picMk id="14" creationId="{8B8C7CD5-8F42-5C4C-39AD-82AE3C51CB04}"/>
          </ac:picMkLst>
        </pc:picChg>
        <pc:picChg chg="mod">
          <ac:chgData name="shaaa .dr" userId="eb928b6723e3372b" providerId="LiveId" clId="{16FF3403-309C-423C-BA49-E8FCD2CAB926}" dt="2026-06-05T06:05:56.471" v="195" actId="1076"/>
          <ac:picMkLst>
            <pc:docMk/>
            <pc:sldMk cId="587557750" sldId="257"/>
            <ac:picMk id="30" creationId="{A6A7F655-BCD1-3D10-0746-E80653A706A0}"/>
          </ac:picMkLst>
        </pc:picChg>
        <pc:picChg chg="mod">
          <ac:chgData name="shaaa .dr" userId="eb928b6723e3372b" providerId="LiveId" clId="{16FF3403-309C-423C-BA49-E8FCD2CAB926}" dt="2026-06-05T06:02:17.751" v="141" actId="1076"/>
          <ac:picMkLst>
            <pc:docMk/>
            <pc:sldMk cId="587557750" sldId="257"/>
            <ac:picMk id="31" creationId="{6E15391A-1BFA-B0B3-23C8-57C45F429FB4}"/>
          </ac:picMkLst>
        </pc:picChg>
        <pc:picChg chg="mod">
          <ac:chgData name="shaaa .dr" userId="eb928b6723e3372b" providerId="LiveId" clId="{16FF3403-309C-423C-BA49-E8FCD2CAB926}" dt="2026-06-05T06:02:20.370" v="143" actId="1076"/>
          <ac:picMkLst>
            <pc:docMk/>
            <pc:sldMk cId="587557750" sldId="257"/>
            <ac:picMk id="34" creationId="{5CB65072-6D34-E0AC-FD17-4AECC0830974}"/>
          </ac:picMkLst>
        </pc:picChg>
        <pc:cxnChg chg="add mod">
          <ac:chgData name="shaaa .dr" userId="eb928b6723e3372b" providerId="LiveId" clId="{16FF3403-309C-423C-BA49-E8FCD2CAB926}" dt="2026-06-06T06:39:06.320" v="417" actId="14100"/>
          <ac:cxnSpMkLst>
            <pc:docMk/>
            <pc:sldMk cId="587557750" sldId="257"/>
            <ac:cxnSpMk id="8" creationId="{EC09F07F-9EB8-FC96-29E6-F5F214130B3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31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39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788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679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429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86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86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69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74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67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79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13EDC-6A34-4A80-A728-C55F0296FB50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5E219-DAC8-46A1-9B83-6A4E5C5275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6142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E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01132-F5AD-BFFD-CB82-8EAE2AAA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2ADBA4C9-24E0-C50B-A4DF-02DD7A1EB8BB}"/>
              </a:ext>
            </a:extLst>
          </p:cNvPr>
          <p:cNvSpPr txBox="1"/>
          <p:nvPr/>
        </p:nvSpPr>
        <p:spPr>
          <a:xfrm>
            <a:off x="6383372" y="628650"/>
            <a:ext cx="21611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Reg ID: SMXXXX</a:t>
            </a:r>
            <a:br>
              <a:rPr lang="en-US" sz="1600" b="1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Session Details: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7EC8B-B8C5-170B-A7DB-5CE671C8A269}"/>
              </a:ext>
            </a:extLst>
          </p:cNvPr>
          <p:cNvSpPr txBox="1"/>
          <p:nvPr/>
        </p:nvSpPr>
        <p:spPr>
          <a:xfrm>
            <a:off x="3048000" y="3307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B19918-2B6B-A816-95D5-FDD22EBD8894}"/>
              </a:ext>
            </a:extLst>
          </p:cNvPr>
          <p:cNvSpPr txBox="1"/>
          <p:nvPr/>
        </p:nvSpPr>
        <p:spPr>
          <a:xfrm>
            <a:off x="3048000" y="3307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4" name="Picture 13" descr="The image is a simple, solid blue rectangle with no additional elements or details.&#10;&#10;AI-generated content may be incorrect.">
            <a:extLst>
              <a:ext uri="{FF2B5EF4-FFF2-40B4-BE49-F238E27FC236}">
                <a16:creationId xmlns:a16="http://schemas.microsoft.com/office/drawing/2014/main" id="{8B8C7CD5-8F42-5C4C-39AD-82AE3C51CB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2" t="11713" r="1875" b="55669"/>
          <a:stretch>
            <a:fillRect/>
          </a:stretch>
        </p:blipFill>
        <p:spPr>
          <a:xfrm>
            <a:off x="0" y="0"/>
            <a:ext cx="12192000" cy="94826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305653C-BFD5-0ADF-94F8-977B7086F565}"/>
              </a:ext>
            </a:extLst>
          </p:cNvPr>
          <p:cNvSpPr txBox="1"/>
          <p:nvPr/>
        </p:nvSpPr>
        <p:spPr>
          <a:xfrm>
            <a:off x="3886516" y="-28403"/>
            <a:ext cx="45544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24</a:t>
            </a:r>
            <a:r>
              <a:rPr lang="en-IN" b="1" baseline="30000" dirty="0">
                <a:solidFill>
                  <a:schemeClr val="bg1"/>
                </a:solidFill>
                <a:latin typeface="Bookman Old Style" panose="02050604050505020204" pitchFamily="18" charset="0"/>
              </a:rPr>
              <a:t>th</a:t>
            </a:r>
            <a:r>
              <a:rPr lang="en-IN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 NATIONAL IAOMR </a:t>
            </a:r>
          </a:p>
          <a:p>
            <a:pPr algn="ctr"/>
            <a:r>
              <a:rPr lang="en-IN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PG CONVENTION- VISAKHAPATNAM</a:t>
            </a:r>
          </a:p>
          <a:p>
            <a:pPr algn="ctr"/>
            <a:endParaRPr lang="en-IN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Rectangle: Diagonal Corners Rounded 18">
            <a:extLst>
              <a:ext uri="{FF2B5EF4-FFF2-40B4-BE49-F238E27FC236}">
                <a16:creationId xmlns:a16="http://schemas.microsoft.com/office/drawing/2014/main" id="{DE149262-8C22-6918-3908-77BC24EE8BF0}"/>
              </a:ext>
            </a:extLst>
          </p:cNvPr>
          <p:cNvSpPr/>
          <p:nvPr/>
        </p:nvSpPr>
        <p:spPr>
          <a:xfrm>
            <a:off x="1" y="948268"/>
            <a:ext cx="12191999" cy="280548"/>
          </a:xfrm>
          <a:prstGeom prst="round2Diag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Hosted by : ANIL NEERUKONDA INSTITUTE OF DENTAL SCIENCES      Date : 6th , 7</a:t>
            </a:r>
            <a:r>
              <a:rPr lang="en-IN" baseline="30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th</a:t>
            </a:r>
            <a:r>
              <a:rPr lang="en-IN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&amp; 8</a:t>
            </a:r>
            <a:r>
              <a:rPr lang="en-IN" baseline="30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th</a:t>
            </a:r>
            <a:r>
              <a:rPr lang="en-IN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August 2026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5078C-B42A-0E9A-DE01-23863050D59A}"/>
              </a:ext>
            </a:extLst>
          </p:cNvPr>
          <p:cNvSpPr txBox="1"/>
          <p:nvPr/>
        </p:nvSpPr>
        <p:spPr>
          <a:xfrm>
            <a:off x="3050540" y="325449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30" name="Picture 29" descr="IONIC&#10;&#10;AI-generated content may be incorrect.">
            <a:extLst>
              <a:ext uri="{FF2B5EF4-FFF2-40B4-BE49-F238E27FC236}">
                <a16:creationId xmlns:a16="http://schemas.microsoft.com/office/drawing/2014/main" id="{A6A7F655-BCD1-3D10-0746-E80653A706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06" t="11315" r="436" b="11340"/>
          <a:stretch>
            <a:fillRect/>
          </a:stretch>
        </p:blipFill>
        <p:spPr>
          <a:xfrm>
            <a:off x="3125709" y="136137"/>
            <a:ext cx="624516" cy="584775"/>
          </a:xfrm>
          <a:prstGeom prst="flowChartConnector">
            <a:avLst/>
          </a:prstGeom>
        </p:spPr>
      </p:pic>
      <p:pic>
        <p:nvPicPr>
          <p:cNvPr id="31" name="Picture 30" descr="24th PG CON VIZAG DECENTIA NATIONAL CONVENTION 2020&#10;&#10;AI-generated content may be incorrect.">
            <a:extLst>
              <a:ext uri="{FF2B5EF4-FFF2-40B4-BE49-F238E27FC236}">
                <a16:creationId xmlns:a16="http://schemas.microsoft.com/office/drawing/2014/main" id="{6E15391A-1BFA-B0B3-23C8-57C45F429F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47" t="7715" r="2641" b="3548"/>
          <a:stretch>
            <a:fillRect/>
          </a:stretch>
        </p:blipFill>
        <p:spPr>
          <a:xfrm>
            <a:off x="62433" y="120819"/>
            <a:ext cx="675301" cy="650857"/>
          </a:xfrm>
          <a:prstGeom prst="flowChartConnector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CB65072-6D34-E0AC-FD17-4AECC08309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4415" t="42898" r="2260" b="6315"/>
          <a:stretch>
            <a:fillRect/>
          </a:stretch>
        </p:blipFill>
        <p:spPr>
          <a:xfrm>
            <a:off x="794917" y="106295"/>
            <a:ext cx="647954" cy="638828"/>
          </a:xfrm>
          <a:prstGeom prst="flowChartConnector">
            <a:avLst/>
          </a:prstGeom>
        </p:spPr>
      </p:pic>
      <p:pic>
        <p:nvPicPr>
          <p:cNvPr id="2" name="Picture 1" descr="MEE&#10;&#10;AI-generated content may be incorrect.">
            <a:extLst>
              <a:ext uri="{FF2B5EF4-FFF2-40B4-BE49-F238E27FC236}">
                <a16:creationId xmlns:a16="http://schemas.microsoft.com/office/drawing/2014/main" id="{809E7549-2669-AC0C-3A15-99B103875B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288" t="37173" r="9356" b="35869"/>
          <a:stretch>
            <a:fillRect/>
          </a:stretch>
        </p:blipFill>
        <p:spPr>
          <a:xfrm>
            <a:off x="1477293" y="258375"/>
            <a:ext cx="982412" cy="3346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805B58-30D0-A4AD-B48A-79EA75AD0FA5}"/>
              </a:ext>
            </a:extLst>
          </p:cNvPr>
          <p:cNvSpPr txBox="1"/>
          <p:nvPr/>
        </p:nvSpPr>
        <p:spPr>
          <a:xfrm>
            <a:off x="9219643" y="131606"/>
            <a:ext cx="2832839" cy="71508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REG ID :</a:t>
            </a:r>
          </a:p>
          <a:p>
            <a:r>
              <a:rPr lang="en-IN" sz="1200" dirty="0">
                <a:solidFill>
                  <a:schemeClr val="bg1"/>
                </a:solidFill>
              </a:rPr>
              <a:t> </a:t>
            </a:r>
          </a:p>
          <a:p>
            <a:r>
              <a:rPr lang="en-IN" sz="1200" dirty="0">
                <a:solidFill>
                  <a:schemeClr val="bg1"/>
                </a:solidFill>
              </a:rPr>
              <a:t>ABSTRACT ID:  </a:t>
            </a:r>
          </a:p>
        </p:txBody>
      </p:sp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C2FB1BB0-75D0-0396-F905-54FD28D9E61B}"/>
              </a:ext>
            </a:extLst>
          </p:cNvPr>
          <p:cNvSpPr/>
          <p:nvPr/>
        </p:nvSpPr>
        <p:spPr>
          <a:xfrm>
            <a:off x="4246881" y="613259"/>
            <a:ext cx="4080933" cy="293969"/>
          </a:xfrm>
          <a:prstGeom prst="snip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6ABFF-E57D-5264-0C2F-D80019D43108}"/>
              </a:ext>
            </a:extLst>
          </p:cNvPr>
          <p:cNvSpPr txBox="1"/>
          <p:nvPr/>
        </p:nvSpPr>
        <p:spPr>
          <a:xfrm>
            <a:off x="4331383" y="594845"/>
            <a:ext cx="4024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dirty="0">
                <a:solidFill>
                  <a:schemeClr val="bg2">
                    <a:lumMod val="25000"/>
                  </a:schemeClr>
                </a:solidFill>
              </a:rPr>
              <a:t>THEME : “IMAGINE” – “INNOVATE” – “ILLUMINATE”</a:t>
            </a:r>
          </a:p>
        </p:txBody>
      </p:sp>
      <p:grpSp>
        <p:nvGrpSpPr>
          <p:cNvPr id="4" name="Group 6">
            <a:extLst>
              <a:ext uri="{FF2B5EF4-FFF2-40B4-BE49-F238E27FC236}">
                <a16:creationId xmlns:a16="http://schemas.microsoft.com/office/drawing/2014/main" id="{0A289FC2-5A4E-2746-65C0-42FF6821FC46}"/>
              </a:ext>
            </a:extLst>
          </p:cNvPr>
          <p:cNvGrpSpPr/>
          <p:nvPr/>
        </p:nvGrpSpPr>
        <p:grpSpPr>
          <a:xfrm>
            <a:off x="2443645" y="94267"/>
            <a:ext cx="675301" cy="650856"/>
            <a:chOff x="0" y="0"/>
            <a:chExt cx="1444384" cy="1359548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E2BD16C5-13D3-B0A2-F508-56B134B3AF1A}"/>
                </a:ext>
              </a:extLst>
            </p:cNvPr>
            <p:cNvSpPr/>
            <p:nvPr/>
          </p:nvSpPr>
          <p:spPr>
            <a:xfrm>
              <a:off x="0" y="0"/>
              <a:ext cx="1444371" cy="1359535"/>
            </a:xfrm>
            <a:custGeom>
              <a:avLst/>
              <a:gdLst/>
              <a:ahLst/>
              <a:cxnLst/>
              <a:rect l="l" t="t" r="r" b="b"/>
              <a:pathLst>
                <a:path w="1444371" h="1359535">
                  <a:moveTo>
                    <a:pt x="0" y="0"/>
                  </a:moveTo>
                  <a:lnTo>
                    <a:pt x="1444371" y="0"/>
                  </a:lnTo>
                  <a:lnTo>
                    <a:pt x="1444371" y="1359535"/>
                  </a:lnTo>
                  <a:lnTo>
                    <a:pt x="0" y="1359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754" r="-4633" b="-8408"/>
              </a:stretch>
            </a:blipFill>
          </p:spPr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09F07F-9EB8-FC96-29E6-F5F214130B34}"/>
              </a:ext>
            </a:extLst>
          </p:cNvPr>
          <p:cNvCxnSpPr>
            <a:cxnSpLocks/>
          </p:cNvCxnSpPr>
          <p:nvPr/>
        </p:nvCxnSpPr>
        <p:spPr>
          <a:xfrm>
            <a:off x="7391400" y="948267"/>
            <a:ext cx="0" cy="265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755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698</TotalTime>
  <Words>52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AngsanaUPC</vt:lpstr>
      <vt:lpstr>Arial</vt:lpstr>
      <vt:lpstr>Bookman Old Style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 Tudicharla</dc:creator>
  <cp:lastModifiedBy>shaaa .dr</cp:lastModifiedBy>
  <cp:revision>12</cp:revision>
  <dcterms:created xsi:type="dcterms:W3CDTF">2025-10-25T05:19:39Z</dcterms:created>
  <dcterms:modified xsi:type="dcterms:W3CDTF">2026-06-12T10:21:22Z</dcterms:modified>
</cp:coreProperties>
</file>