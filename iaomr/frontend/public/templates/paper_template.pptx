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1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15"/>
    <a:srgbClr val="FFC294"/>
    <a:srgbClr val="E7B389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7"/>
    <p:restoredTop sz="95827"/>
  </p:normalViewPr>
  <p:slideViewPr>
    <p:cSldViewPr snapToGrid="0">
      <p:cViewPr varScale="1">
        <p:scale>
          <a:sx n="93" d="100"/>
          <a:sy n="93" d="100"/>
        </p:scale>
        <p:origin x="10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aa .dr" userId="eb928b6723e3372b" providerId="LiveId" clId="{16FF3403-309C-423C-BA49-E8FCD2CAB926}"/>
    <pc:docChg chg="custSel addSld delSld modSld">
      <pc:chgData name="shaaa .dr" userId="eb928b6723e3372b" providerId="LiveId" clId="{16FF3403-309C-423C-BA49-E8FCD2CAB926}" dt="2026-06-12T10:17:35.271" v="49" actId="1076"/>
      <pc:docMkLst>
        <pc:docMk/>
      </pc:docMkLst>
      <pc:sldChg chg="delSp modSp mod">
        <pc:chgData name="shaaa .dr" userId="eb928b6723e3372b" providerId="LiveId" clId="{16FF3403-309C-423C-BA49-E8FCD2CAB926}" dt="2026-06-12T10:17:35.271" v="49" actId="1076"/>
        <pc:sldMkLst>
          <pc:docMk/>
          <pc:sldMk cId="2115395662" sldId="261"/>
        </pc:sldMkLst>
        <pc:spChg chg="mod">
          <ac:chgData name="shaaa .dr" userId="eb928b6723e3372b" providerId="LiveId" clId="{16FF3403-309C-423C-BA49-E8FCD2CAB926}" dt="2026-06-10T08:03:28.458" v="17" actId="1076"/>
          <ac:spMkLst>
            <pc:docMk/>
            <pc:sldMk cId="2115395662" sldId="261"/>
            <ac:spMk id="2" creationId="{DD55E34F-7457-6CD5-AA31-2EB3217FA615}"/>
          </ac:spMkLst>
        </pc:spChg>
        <pc:spChg chg="mod">
          <ac:chgData name="shaaa .dr" userId="eb928b6723e3372b" providerId="LiveId" clId="{16FF3403-309C-423C-BA49-E8FCD2CAB926}" dt="2026-06-10T08:03:16.483" v="15" actId="1076"/>
          <ac:spMkLst>
            <pc:docMk/>
            <pc:sldMk cId="2115395662" sldId="261"/>
            <ac:spMk id="7" creationId="{3AA5855B-E85F-ADAC-48EB-B178302FC496}"/>
          </ac:spMkLst>
        </pc:spChg>
        <pc:spChg chg="mod">
          <ac:chgData name="shaaa .dr" userId="eb928b6723e3372b" providerId="LiveId" clId="{16FF3403-309C-423C-BA49-E8FCD2CAB926}" dt="2026-06-10T08:03:20.876" v="16" actId="1076"/>
          <ac:spMkLst>
            <pc:docMk/>
            <pc:sldMk cId="2115395662" sldId="261"/>
            <ac:spMk id="10" creationId="{FCE63B65-DBC0-3702-C18A-44887445C86F}"/>
          </ac:spMkLst>
        </pc:spChg>
        <pc:spChg chg="mod">
          <ac:chgData name="shaaa .dr" userId="eb928b6723e3372b" providerId="LiveId" clId="{16FF3403-309C-423C-BA49-E8FCD2CAB926}" dt="2026-06-10T08:03:32.345" v="18" actId="1076"/>
          <ac:spMkLst>
            <pc:docMk/>
            <pc:sldMk cId="2115395662" sldId="261"/>
            <ac:spMk id="12" creationId="{F99F872B-C515-D891-82ED-BCD902431773}"/>
          </ac:spMkLst>
        </pc:spChg>
        <pc:picChg chg="mod">
          <ac:chgData name="shaaa .dr" userId="eb928b6723e3372b" providerId="LiveId" clId="{16FF3403-309C-423C-BA49-E8FCD2CAB926}" dt="2026-06-11T04:36:05.309" v="39" actId="29295"/>
          <ac:picMkLst>
            <pc:docMk/>
            <pc:sldMk cId="2115395662" sldId="261"/>
            <ac:picMk id="5" creationId="{0A942B4D-F382-E01D-DA3E-A5C74CB5E82A}"/>
          </ac:picMkLst>
        </pc:picChg>
        <pc:picChg chg="mod">
          <ac:chgData name="shaaa .dr" userId="eb928b6723e3372b" providerId="LiveId" clId="{16FF3403-309C-423C-BA49-E8FCD2CAB926}" dt="2026-06-12T10:17:03.402" v="42" actId="1076"/>
          <ac:picMkLst>
            <pc:docMk/>
            <pc:sldMk cId="2115395662" sldId="261"/>
            <ac:picMk id="17" creationId="{D9486105-58D7-F4B0-7AE2-710AA0D16BD9}"/>
          </ac:picMkLst>
        </pc:picChg>
        <pc:picChg chg="mod">
          <ac:chgData name="shaaa .dr" userId="eb928b6723e3372b" providerId="LiveId" clId="{16FF3403-309C-423C-BA49-E8FCD2CAB926}" dt="2026-06-12T10:17:22.233" v="47" actId="1076"/>
          <ac:picMkLst>
            <pc:docMk/>
            <pc:sldMk cId="2115395662" sldId="261"/>
            <ac:picMk id="23" creationId="{D4293EB5-8D0A-635E-AFDD-6E6D8D6B4B97}"/>
          </ac:picMkLst>
        </pc:picChg>
        <pc:picChg chg="mod">
          <ac:chgData name="shaaa .dr" userId="eb928b6723e3372b" providerId="LiveId" clId="{16FF3403-309C-423C-BA49-E8FCD2CAB926}" dt="2026-06-12T10:17:35.271" v="49" actId="1076"/>
          <ac:picMkLst>
            <pc:docMk/>
            <pc:sldMk cId="2115395662" sldId="261"/>
            <ac:picMk id="27" creationId="{631104C2-7F56-0A07-6D97-2263D9CAC641}"/>
          </ac:picMkLst>
        </pc:picChg>
        <pc:picChg chg="del mod">
          <ac:chgData name="shaaa .dr" userId="eb928b6723e3372b" providerId="LiveId" clId="{16FF3403-309C-423C-BA49-E8FCD2CAB926}" dt="2026-06-12T10:17:16.504" v="46" actId="478"/>
          <ac:picMkLst>
            <pc:docMk/>
            <pc:sldMk cId="2115395662" sldId="261"/>
            <ac:picMk id="29" creationId="{7AEF492B-264D-1FD7-FF14-55F0645EABF3}"/>
          </ac:picMkLst>
        </pc:picChg>
        <pc:picChg chg="mod">
          <ac:chgData name="shaaa .dr" userId="eb928b6723e3372b" providerId="LiveId" clId="{16FF3403-309C-423C-BA49-E8FCD2CAB926}" dt="2026-06-12T10:16:57.764" v="41" actId="1076"/>
          <ac:picMkLst>
            <pc:docMk/>
            <pc:sldMk cId="2115395662" sldId="261"/>
            <ac:picMk id="31" creationId="{EC302A59-ECFF-A2C5-1668-4ABB03B64CC7}"/>
          </ac:picMkLst>
        </pc:picChg>
      </pc:sldChg>
      <pc:sldChg chg="modSp mod">
        <pc:chgData name="shaaa .dr" userId="eb928b6723e3372b" providerId="LiveId" clId="{16FF3403-309C-423C-BA49-E8FCD2CAB926}" dt="2026-06-11T04:36:19.375" v="40" actId="29295"/>
        <pc:sldMkLst>
          <pc:docMk/>
          <pc:sldMk cId="1322558731" sldId="262"/>
        </pc:sldMkLst>
        <pc:spChg chg="mod">
          <ac:chgData name="shaaa .dr" userId="eb928b6723e3372b" providerId="LiveId" clId="{16FF3403-309C-423C-BA49-E8FCD2CAB926}" dt="2026-06-10T08:43:28.279" v="34" actId="14100"/>
          <ac:spMkLst>
            <pc:docMk/>
            <pc:sldMk cId="1322558731" sldId="262"/>
            <ac:spMk id="5" creationId="{9D9244B9-3CAD-378A-231F-AF7FA0ED3673}"/>
          </ac:spMkLst>
        </pc:spChg>
        <pc:spChg chg="mod">
          <ac:chgData name="shaaa .dr" userId="eb928b6723e3372b" providerId="LiveId" clId="{16FF3403-309C-423C-BA49-E8FCD2CAB926}" dt="2026-06-10T08:43:24.663" v="33" actId="14100"/>
          <ac:spMkLst>
            <pc:docMk/>
            <pc:sldMk cId="1322558731" sldId="262"/>
            <ac:spMk id="7" creationId="{570A2DE4-0CFA-AE7E-C77C-324DD09C7531}"/>
          </ac:spMkLst>
        </pc:spChg>
        <pc:picChg chg="mod">
          <ac:chgData name="shaaa .dr" userId="eb928b6723e3372b" providerId="LiveId" clId="{16FF3403-309C-423C-BA49-E8FCD2CAB926}" dt="2026-06-11T04:36:19.375" v="40" actId="29295"/>
          <ac:picMkLst>
            <pc:docMk/>
            <pc:sldMk cId="1322558731" sldId="262"/>
            <ac:picMk id="4" creationId="{8A6DF7B5-CDE0-2E86-9578-BF57E3A02DA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6664F-DF97-0B4D-8CAA-C7A02C84828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47C5A-244F-F149-848A-0852D97AE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40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768AB-75D9-9D31-84DA-8A7B3DBEE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D423F-B928-0755-D7F8-F466722D9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64E4E-B52E-7169-FF60-6F90E0BC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31D6B-D309-4B24-7A00-BBE7A6A84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90D4C-60DA-F0C9-F799-C9BEACA8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2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78E36-57AA-E615-D136-8E3646F5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DC47E-2FA4-70F0-553E-52736D73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1600C-E604-D3D4-6E32-45FFAF41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14878-B94A-2FD0-A9F1-8CE6455A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52AA3-F7DA-BF3C-43FD-8BF24190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6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B6EE-9F33-18BA-1845-256A16310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76B0A-C2E0-3884-1D12-A63FE5139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C897F-93BA-BB29-FBF9-45C4D48A0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05B94-A32B-52DB-42C4-FA37043D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3F670-795D-18D2-3952-BE7E37CB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0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33D49-C2AC-0BD7-84DB-CF6859A6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807DF-14A5-F22A-2201-A61946105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65DFD-0BEF-3315-33D5-A6D4E06AF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FB6B2-6B4A-1822-A796-B1BD7B4A6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75E3B-46B4-E295-F60F-389B9D937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4A2F9-CB41-2C28-F2AC-5008C8F5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37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EF05A-251E-9DD5-C095-AC5EE7A6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36B88-B136-1A4D-A226-4D5FF58C1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45770-0818-2552-3F8A-D175CEF52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2D108-0F2E-E33E-06E6-C7AC54461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4C5A54-8538-A7BA-EF5F-371F91BE1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6582D-7C76-FAB1-1763-0DBAF45A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09B68A-6203-4FEB-3D77-23CC602A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B9A23C-4F0C-7A47-5D48-53928114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8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0FD5-DD00-F937-8288-F7729618D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A70C43-AC0E-22F5-D35F-3DA8F1640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DC3C5-6EC2-C0A8-B51E-003A80B9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1382C-E53E-BBC7-19FE-414B0ADE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9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57ACE-DEE1-E859-3E32-35FED46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5ECB4-74A7-5B09-0A76-B290A0E0C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3D153-F5D8-66F7-EE4D-0FBA88B2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E0BF2-C261-6237-A0D7-62A0B076B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56ABF-F68C-B9F2-C791-AA04E756E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0B256-B0C0-F0B5-4E23-E6F76AFAA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208D7-2A82-D6C4-2860-D3B7FD82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F0AA1-34A0-8CF9-AC9B-6B726E789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67572-0E2C-08D2-263C-8DDEC99EA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6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E001A-C32C-C4E6-A219-3B1E0DA19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EFA1D-9438-C3D4-BFF8-EBF7C7B8D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CCEA4-F593-A73D-2612-017750709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93EFE-F2A0-A9B0-D46E-404A184F0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1D32F-667D-C53B-D3BF-BCAE4E19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4F5CD-6437-0A9C-B1E8-747FFFB8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2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EE76-6562-4054-D8C7-C30E826D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89A69-B23D-8973-9C12-BF85E249D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F6B1B-6EEC-307E-EE05-25446096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ACE4C-32E4-C8BA-80FB-BE7121BD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A308D-687F-6DFC-7385-4F1463AB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1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C79517-0234-FC71-199B-FD54F14F03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F5CAE-ED4B-ED36-666E-FB906BE9E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C07BB-B2F9-7549-7955-944701198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60B95-4675-2B1F-C35F-4507D4F46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D843D-5583-550E-E632-45555D27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7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05D7B-A4BF-C4F8-937F-9B24E41AB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845C-52CF-C517-51AE-7B546F564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7BE2A-8D1F-3371-D224-86CDAA68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14E74-0FCB-EE46-A88D-6046DA08B80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4A339-713F-FCE0-6094-EB3789BBF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0F4CE-E3C1-B91E-077F-CA8846E46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794B4-F971-A94C-A833-DA50EB18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6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depicts a serene beach scene with gentle waves gently rolling onto a sandy shoreline under a clear blue sky.&#10;&#10;AI-generated content may be incorrect.">
            <a:extLst>
              <a:ext uri="{FF2B5EF4-FFF2-40B4-BE49-F238E27FC236}">
                <a16:creationId xmlns:a16="http://schemas.microsoft.com/office/drawing/2014/main" id="{0A942B4D-F382-E01D-DA3E-A5C74CB5E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4458" t="4952" r="4827" b="5650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A5855B-E85F-ADAC-48EB-B178302FC496}"/>
              </a:ext>
            </a:extLst>
          </p:cNvPr>
          <p:cNvSpPr txBox="1"/>
          <p:nvPr/>
        </p:nvSpPr>
        <p:spPr>
          <a:xfrm>
            <a:off x="1939475" y="966970"/>
            <a:ext cx="86992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  <a:ea typeface="Noto Serif TC Medium" panose="02020200000000000000" pitchFamily="18" charset="-128"/>
              </a:rPr>
              <a:t>24</a:t>
            </a:r>
            <a:r>
              <a:rPr lang="en-IN" sz="3200" b="1" baseline="300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  <a:ea typeface="Noto Serif TC Medium" panose="02020200000000000000" pitchFamily="18" charset="-128"/>
              </a:rPr>
              <a:t>th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  <a:ea typeface="Noto Serif TC Medium" panose="02020200000000000000" pitchFamily="18" charset="-128"/>
              </a:rPr>
              <a:t> NATIONAL IAOMR </a:t>
            </a:r>
          </a:p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  <a:ea typeface="Noto Serif TC Medium" panose="02020200000000000000" pitchFamily="18" charset="-128"/>
              </a:rPr>
              <a:t>PG CONVENTION- VISAKHAPATNAM</a:t>
            </a:r>
          </a:p>
          <a:p>
            <a:pPr algn="ctr"/>
            <a:endParaRPr lang="en-IN" sz="3200" b="1" dirty="0">
              <a:solidFill>
                <a:schemeClr val="accent1">
                  <a:lumMod val="75000"/>
                </a:schemeClr>
              </a:solidFill>
              <a:latin typeface="Noto Serif TC Medium" panose="02020200000000000000" pitchFamily="18" charset="-128"/>
              <a:ea typeface="Noto Serif TC Medium" panose="02020200000000000000" pitchFamily="18" charset="-128"/>
            </a:endParaRPr>
          </a:p>
        </p:txBody>
      </p: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FCE63B65-DBC0-3702-C18A-44887445C86F}"/>
              </a:ext>
            </a:extLst>
          </p:cNvPr>
          <p:cNvSpPr/>
          <p:nvPr/>
        </p:nvSpPr>
        <p:spPr>
          <a:xfrm>
            <a:off x="4347556" y="2389871"/>
            <a:ext cx="3883134" cy="330038"/>
          </a:xfrm>
          <a:prstGeom prst="snip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b="1" dirty="0">
              <a:solidFill>
                <a:schemeClr val="accent2">
                  <a:lumMod val="60000"/>
                  <a:lumOff val="40000"/>
                </a:schemeClr>
              </a:solidFill>
              <a:latin typeface="Aptos Narrow" panose="020B0004020202020204" pitchFamily="34" charset="0"/>
            </a:endParaRPr>
          </a:p>
          <a:p>
            <a:pPr algn="ctr"/>
            <a:r>
              <a:rPr lang="en-IN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 Narrow" panose="020B0004020202020204" pitchFamily="34" charset="0"/>
              </a:rPr>
              <a:t>THEME</a:t>
            </a:r>
            <a:r>
              <a:rPr lang="en-IN" sz="1400" b="1" dirty="0">
                <a:solidFill>
                  <a:schemeClr val="bg1"/>
                </a:solidFill>
                <a:latin typeface="Aptos Narrow" panose="020B0004020202020204" pitchFamily="34" charset="0"/>
              </a:rPr>
              <a:t> : “IMAGINE” – “INNOVATE” – “ILLUMINATE”</a:t>
            </a:r>
          </a:p>
          <a:p>
            <a:pPr algn="ctr"/>
            <a:endParaRPr lang="en-IN" sz="1050" dirty="0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F99F872B-C515-D891-82ED-BCD902431773}"/>
              </a:ext>
            </a:extLst>
          </p:cNvPr>
          <p:cNvSpPr/>
          <p:nvPr/>
        </p:nvSpPr>
        <p:spPr>
          <a:xfrm>
            <a:off x="3391966" y="5103387"/>
            <a:ext cx="5794313" cy="571674"/>
          </a:xfrm>
          <a:prstGeom prst="round2Diag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Footlight MT Light" panose="0204060206030A020304" pitchFamily="18" charset="0"/>
              </a:rPr>
              <a:t>Date</a:t>
            </a:r>
            <a:r>
              <a:rPr lang="en-IN" sz="2000" dirty="0">
                <a:latin typeface="Footlight MT Light" panose="0204060206030A020304" pitchFamily="18" charset="0"/>
              </a:rPr>
              <a:t> : 6</a:t>
            </a:r>
            <a:r>
              <a:rPr lang="en-IN" sz="2000" baseline="30000" dirty="0">
                <a:latin typeface="Footlight MT Light" panose="0204060206030A020304" pitchFamily="18" charset="0"/>
              </a:rPr>
              <a:t>th</a:t>
            </a:r>
            <a:r>
              <a:rPr lang="en-IN" sz="2000" dirty="0">
                <a:latin typeface="Footlight MT Light" panose="0204060206030A020304" pitchFamily="18" charset="0"/>
              </a:rPr>
              <a:t> 7</a:t>
            </a:r>
            <a:r>
              <a:rPr lang="en-IN" sz="2000" baseline="30000" dirty="0">
                <a:latin typeface="Footlight MT Light" panose="0204060206030A020304" pitchFamily="18" charset="0"/>
              </a:rPr>
              <a:t>th</a:t>
            </a:r>
            <a:r>
              <a:rPr lang="en-IN" sz="2000" dirty="0">
                <a:latin typeface="Footlight MT Light" panose="0204060206030A020304" pitchFamily="18" charset="0"/>
              </a:rPr>
              <a:t> &amp; 8</a:t>
            </a:r>
            <a:r>
              <a:rPr lang="en-IN" sz="2000" baseline="30000" dirty="0">
                <a:latin typeface="Footlight MT Light" panose="0204060206030A020304" pitchFamily="18" charset="0"/>
              </a:rPr>
              <a:t>th</a:t>
            </a:r>
            <a:r>
              <a:rPr lang="en-IN" sz="2000" dirty="0">
                <a:latin typeface="Footlight MT Light" panose="0204060206030A020304" pitchFamily="18" charset="0"/>
              </a:rPr>
              <a:t> AUGUST 2026</a:t>
            </a:r>
          </a:p>
          <a:p>
            <a:pPr algn="ctr"/>
            <a:r>
              <a:rPr lang="en-I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Footlight MT Light" panose="0204060206030A020304" pitchFamily="18" charset="0"/>
              </a:rPr>
              <a:t>Venue</a:t>
            </a:r>
            <a:r>
              <a:rPr lang="en-IN" sz="2000" dirty="0">
                <a:latin typeface="Footlight MT Light" panose="0204060206030A020304" pitchFamily="18" charset="0"/>
              </a:rPr>
              <a:t> : Anil Neerukonda Institute of Dental Sciences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C15F74-7548-F916-0B0F-FD6BAB2404E2}"/>
              </a:ext>
            </a:extLst>
          </p:cNvPr>
          <p:cNvSpPr/>
          <p:nvPr/>
        </p:nvSpPr>
        <p:spPr>
          <a:xfrm>
            <a:off x="10067731" y="96359"/>
            <a:ext cx="1876240" cy="3678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REGISTRATION ID 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86BB44A4-B1DA-624C-45D4-97D709979E8B}"/>
              </a:ext>
            </a:extLst>
          </p:cNvPr>
          <p:cNvSpPr/>
          <p:nvPr/>
        </p:nvSpPr>
        <p:spPr>
          <a:xfrm>
            <a:off x="1656475" y="6243211"/>
            <a:ext cx="9265298" cy="367864"/>
          </a:xfrm>
          <a:prstGeom prst="round2Same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Baskerville Old Face" panose="02020602080505020303" pitchFamily="18" charset="0"/>
              </a:rPr>
              <a:t>HOSTED BY – ANIL NEERUKONDA INSTITUTE OF DENTAL SCIENCES </a:t>
            </a:r>
          </a:p>
        </p:txBody>
      </p:sp>
      <p:pic>
        <p:nvPicPr>
          <p:cNvPr id="17" name="Picture 16" descr="The image depicts the logo for the 24th National Ocean, Marine, and Coastal Sciences Conference with a backdrop of a beach, palm trees, and a navy battleship.&#10;&#10;AI-generated content may be incorrect.">
            <a:extLst>
              <a:ext uri="{FF2B5EF4-FFF2-40B4-BE49-F238E27FC236}">
                <a16:creationId xmlns:a16="http://schemas.microsoft.com/office/drawing/2014/main" id="{D9486105-58D7-F4B0-7AE2-710AA0D16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171" y="65876"/>
            <a:ext cx="758091" cy="768950"/>
          </a:xfrm>
          <a:prstGeom prst="rect">
            <a:avLst/>
          </a:prstGeom>
        </p:spPr>
      </p:pic>
      <p:pic>
        <p:nvPicPr>
          <p:cNvPr id="23" name="Picture 22" descr="National Institute of Dental Sciences&#10;&#10;AI-generated content may be incorrect.">
            <a:extLst>
              <a:ext uri="{FF2B5EF4-FFF2-40B4-BE49-F238E27FC236}">
                <a16:creationId xmlns:a16="http://schemas.microsoft.com/office/drawing/2014/main" id="{D4293EB5-8D0A-635E-AFDD-6E6D8D6B4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296" y="17415"/>
            <a:ext cx="865872" cy="865872"/>
          </a:xfrm>
          <a:prstGeom prst="rect">
            <a:avLst/>
          </a:prstGeom>
        </p:spPr>
      </p:pic>
      <p:pic>
        <p:nvPicPr>
          <p:cNvPr id="27" name="Picture 26" descr="MEE&#10;&#10;AI-generated content may be incorrect.">
            <a:extLst>
              <a:ext uri="{FF2B5EF4-FFF2-40B4-BE49-F238E27FC236}">
                <a16:creationId xmlns:a16="http://schemas.microsoft.com/office/drawing/2014/main" id="{631104C2-7F56-0A07-6D97-2263D9CAC6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288" t="37173" r="9356" b="35869"/>
          <a:stretch>
            <a:fillRect/>
          </a:stretch>
        </p:blipFill>
        <p:spPr>
          <a:xfrm>
            <a:off x="4444760" y="199164"/>
            <a:ext cx="1558843" cy="531034"/>
          </a:xfrm>
          <a:prstGeom prst="rect">
            <a:avLst/>
          </a:prstGeom>
        </p:spPr>
      </p:pic>
      <p:pic>
        <p:nvPicPr>
          <p:cNvPr id="31" name="Picture 30" descr="Oral &amp; Restoration Indian&#10;&#10;AI-generated content may be incorrect.">
            <a:extLst>
              <a:ext uri="{FF2B5EF4-FFF2-40B4-BE49-F238E27FC236}">
                <a16:creationId xmlns:a16="http://schemas.microsoft.com/office/drawing/2014/main" id="{EC302A59-ECFF-A2C5-1668-4ABB03B64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23" y="25664"/>
            <a:ext cx="787075" cy="798350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F9FF658-EFBF-7DB0-A388-E6D197060977}"/>
              </a:ext>
            </a:extLst>
          </p:cNvPr>
          <p:cNvSpPr/>
          <p:nvPr/>
        </p:nvSpPr>
        <p:spPr>
          <a:xfrm>
            <a:off x="10067731" y="613772"/>
            <a:ext cx="1876240" cy="3678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ABSTRACT ID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D55E34F-7457-6CD5-AA31-2EB3217FA615}"/>
              </a:ext>
            </a:extLst>
          </p:cNvPr>
          <p:cNvSpPr/>
          <p:nvPr/>
        </p:nvSpPr>
        <p:spPr>
          <a:xfrm>
            <a:off x="4520019" y="3593815"/>
            <a:ext cx="3694196" cy="51631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ell MT" panose="02020503060305020303" pitchFamily="18" charset="0"/>
              </a:rPr>
              <a:t>TITLE OF THE TOPIC </a:t>
            </a:r>
          </a:p>
        </p:txBody>
      </p:sp>
    </p:spTree>
    <p:extLst>
      <p:ext uri="{BB962C8B-B14F-4D97-AF65-F5344CB8AC3E}">
        <p14:creationId xmlns:p14="http://schemas.microsoft.com/office/powerpoint/2010/main" val="2115395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21271-DDF7-8291-40DF-9C5EA342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F032-0FC0-B026-B194-A0996B78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The image depicts a serene beach scene with gentle waves gently rolling onto a sandy shoreline under a clear blue sky.&#10;&#10;AI-generated content may be incorrect.">
            <a:extLst>
              <a:ext uri="{FF2B5EF4-FFF2-40B4-BE49-F238E27FC236}">
                <a16:creationId xmlns:a16="http://schemas.microsoft.com/office/drawing/2014/main" id="{8A6DF7B5-CDE0-2E86-9578-BF57E3A02D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4458" t="4952" r="4827" b="5650"/>
          <a:stretch>
            <a:fillRect/>
          </a:stretch>
        </p:blipFill>
        <p:spPr>
          <a:xfrm>
            <a:off x="1" y="10208"/>
            <a:ext cx="12191999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9244B9-3CAD-378A-231F-AF7FA0ED3673}"/>
              </a:ext>
            </a:extLst>
          </p:cNvPr>
          <p:cNvSpPr/>
          <p:nvPr/>
        </p:nvSpPr>
        <p:spPr>
          <a:xfrm>
            <a:off x="9399373" y="96360"/>
            <a:ext cx="2544598" cy="2687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REGISTRATION ID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0A2DE4-0CFA-AE7E-C77C-324DD09C7531}"/>
              </a:ext>
            </a:extLst>
          </p:cNvPr>
          <p:cNvSpPr/>
          <p:nvPr/>
        </p:nvSpPr>
        <p:spPr>
          <a:xfrm>
            <a:off x="9399373" y="613773"/>
            <a:ext cx="2544598" cy="2923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ABSTRACT ID </a:t>
            </a:r>
          </a:p>
        </p:txBody>
      </p:sp>
    </p:spTree>
    <p:extLst>
      <p:ext uri="{BB962C8B-B14F-4D97-AF65-F5344CB8AC3E}">
        <p14:creationId xmlns:p14="http://schemas.microsoft.com/office/powerpoint/2010/main" val="1322558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56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Noto Serif TC Medium</vt:lpstr>
      <vt:lpstr>Aptos Narrow</vt:lpstr>
      <vt:lpstr>Arial</vt:lpstr>
      <vt:lpstr>Baskerville Old Face</vt:lpstr>
      <vt:lpstr>Bell MT</vt:lpstr>
      <vt:lpstr>Calibri</vt:lpstr>
      <vt:lpstr>Calibri Light</vt:lpstr>
      <vt:lpstr>Footlight MT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shaaa .dr</cp:lastModifiedBy>
  <cp:revision>7</cp:revision>
  <dcterms:created xsi:type="dcterms:W3CDTF">2025-12-31T03:47:18Z</dcterms:created>
  <dcterms:modified xsi:type="dcterms:W3CDTF">2026-06-12T10:17:44Z</dcterms:modified>
</cp:coreProperties>
</file>